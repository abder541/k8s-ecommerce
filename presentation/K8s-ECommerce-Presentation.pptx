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54864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1230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78440" y="54864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326CE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0" y="54864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1230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141732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326CE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141732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1230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0" y="141732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326CE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40280"/>
            <a:ext cx="128016" cy="20116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 DEVOPS  |  KUBERNETES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6974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Deploiement d'une application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E-Commerce sur Kubernetes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68680" y="4343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Docker  |  Orchestration K8s  |  Persistance  |  Observabilite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5806440"/>
            <a:ext cx="12188952" cy="1051560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989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Abderahmane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5989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- Juin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Objectif du projet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Concevoir, conteneuriser et deployer une application e-commerce complete dans un cluster Kubernetes.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composants : Frontend, Backend (API), Base de donnees.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Communication, persistance et bonnes pratiques K8s.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508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imposee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965960"/>
          <a:ext cx="48463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566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26C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uniquement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26C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+ Base de donnees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Observabilite (bonus)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3794760"/>
            <a:ext cx="11064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39319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Livrables &amp; criteres d'evaluation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77240" y="4389120"/>
            <a:ext cx="164592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4526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68680" y="51206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578608" y="4389120"/>
            <a:ext cx="164592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78608" y="4526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2670048" y="51206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Qualite YAML K8s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379976" y="4389120"/>
            <a:ext cx="164592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79976" y="4526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4471416" y="51206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81344" y="4389120"/>
            <a:ext cx="164592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81344" y="4526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6272784" y="51206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&amp; Services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982712" y="4389120"/>
            <a:ext cx="164592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82712" y="4526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8074152" y="51206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784080" y="4389120"/>
            <a:ext cx="164592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784080" y="4526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9875520" y="51206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E-Commerce  |  Projet DevOps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de la solution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0" y="1325880"/>
            <a:ext cx="9052560" cy="480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326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37160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Kubernetes  -  namespace: ecommerce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43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3291840"/>
            <a:ext cx="45720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148840" y="2880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30080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17520" y="18745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5875">
            <a:solidFill>
              <a:srgbClr val="326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 1 - Frontend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22860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React (x2 replicas)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/api  -&gt;  backend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0" y="3246120"/>
            <a:ext cx="0" cy="50292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526280" y="3310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backend-service:3000 (ClusterIP)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17520" y="379476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5875">
            <a:solidFill>
              <a:srgbClr val="326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 2 - Backend + DB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54680" y="4224528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42245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Node.js  : 3000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4736592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47365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        : 27017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0" y="5212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via localhost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26480" y="4937760"/>
            <a:ext cx="50292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0" y="429768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12305C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4389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PV / PVC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4663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hostPath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/mnt/data/mongo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Gi - RWO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098280" y="18745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9720" y="1965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 3 - Monitoring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35440" y="22860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 : 9090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 : 3000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 backend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/metrics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98280" y="371246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30090 / 30030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E-Commerce  |  Projet DevOps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Choix techniques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204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3520440" cy="5486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 par Nginx 1.27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statique multi-stage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Reverse-proxy /api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5968" y="1371600"/>
            <a:ext cx="35204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1371600"/>
            <a:ext cx="3520440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315968" y="13716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44568" y="20574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+ Express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MongoDB officiel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prom-client (/metrics)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de connexion DB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371600"/>
            <a:ext cx="35204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83296" y="1371600"/>
            <a:ext cx="3520440" cy="548640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16" name="Text 14"/>
          <p:cNvSpPr/>
          <p:nvPr/>
        </p:nvSpPr>
        <p:spPr>
          <a:xfrm>
            <a:off x="8083296" y="13716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/ INFRA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11896" y="20574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7.0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via kind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Docker locales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1064240" cy="1600200"/>
          </a:xfrm>
          <a:prstGeom prst="rect">
            <a:avLst/>
          </a:prstGeom>
          <a:solidFill>
            <a:srgbClr val="0B1F3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464515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ces choix 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98348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JavaScript homogene (front + back) - courbe d'apprentissage reduite, demo rapide.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: schema flexible, ideal pour un catalogue produits + commandes.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: cluster 100% scriptable et reproductible, sans dependance a une infra cloud.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E-Commerce  |  Projet DevOps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CONTENEURISATION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Images &amp; Dockerfiles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481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- Dockerfile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5029200" cy="2743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11680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package.json ./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install --omit=dev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server.js ./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 "server.js"]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440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481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- Multi-stage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1874520"/>
            <a:ext cx="4983480" cy="2743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011680"/>
            <a:ext cx="4709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 AS build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install &amp;&amp; npm run build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runtime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nginx:1.27-alpine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 /app/dist  ...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nginx.conf  ...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3520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51206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57 MB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ecommerce-backend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5968" y="4983480"/>
            <a:ext cx="3520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15968" y="51206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 MB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15968" y="56235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ecommerce-frontend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83296" y="4983480"/>
            <a:ext cx="3520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83296" y="51206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-90% taille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083296" y="56235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multi-stage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E-Commerce  |  Projet DevOps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cluster Kubernetes (kind)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481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Creation du cluster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5029200" cy="9601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9339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kind create cluster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F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--config kind-config.yaml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29260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Kubernetes-in-Docker : le noeud est un conteneur.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NodePort -&gt; localhost (30080 / 30090 / 30030).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371600"/>
            <a:ext cx="5440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481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kubectl get nodes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1874520"/>
            <a:ext cx="4983480" cy="1600200"/>
          </a:xfrm>
          <a:prstGeom prst="rect">
            <a:avLst/>
          </a:prstGeom>
          <a:solidFill>
            <a:srgbClr val="101826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011680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          STATUS  ROLES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ecommerce-control-plane   Ready   control-plane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v1.32.2  |  label tier=storage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64240" cy="2240280"/>
          </a:xfrm>
          <a:prstGeom prst="rect">
            <a:avLst/>
          </a:prstGeom>
          <a:solidFill>
            <a:srgbClr val="0B1F3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00507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locale -&gt; cluster (sans registry)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4389120"/>
            <a:ext cx="10607040" cy="868680"/>
          </a:xfrm>
          <a:prstGeom prst="rect">
            <a:avLst/>
          </a:prstGeom>
          <a:solidFill>
            <a:srgbClr val="08142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build -t ecommerce-backend:1.0 ./backend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F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kind load docker-image ecommerce-backend:1.0 --name ecommerce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54406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imagePullPolicy: IfNotPresent  -&gt;  pas de pull externe, demarrage instantane.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E-Commerce  |  Projet DevOps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WORKLOADS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Pods, Deployments &amp; sondes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1097280"/>
                <a:gridCol w="210312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 (React)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RollingUpdate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liveness + readiness /healthz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backend-db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+ mongo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Recreate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/api/health + mongosh 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+ grafana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RollingUpdate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 /-/ready + /api/health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11480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4224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Bonnes pratiques appliquees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7200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/ limits CPU &amp; memoire sur chaque conteneur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Sondes liveness + readiness (auto-healing)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coherents (app, tier) pour le routage des Services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80760" y="4114800"/>
            <a:ext cx="5532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09360" y="42245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Recreate sur Pod 2 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0" y="457200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volume MongoDB est en ReadWriteOnce.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Pod peut monter le volume a la fois.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: on arrete l'ancien Pod avant de creer le nouveau -&gt; pas de conflit de montage.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E-Commerce  |  Projet DevOps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 &amp; communication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2377440"/>
                <a:gridCol w="4297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frontend-service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30080 -&gt; 80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 public au frontend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backend-service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joignable en interne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prometheus-service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30090 -&gt; 9090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Prometheus (bonus)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grafana-service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30030 -&gt; 3000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 Grafana (bonus)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160520"/>
            <a:ext cx="11064240" cy="1965960"/>
          </a:xfrm>
          <a:prstGeom prst="rect">
            <a:avLst/>
          </a:prstGeom>
          <a:solidFill>
            <a:srgbClr val="0B1F3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427939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Chaine de communication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655064" y="480060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326CE5"/>
          </a:solidFill>
          <a:ln/>
        </p:spPr>
      </p:sp>
      <p:sp>
        <p:nvSpPr>
          <p:cNvPr id="10" name="Text 7"/>
          <p:cNvSpPr/>
          <p:nvPr/>
        </p:nvSpPr>
        <p:spPr>
          <a:xfrm>
            <a:off x="1655064" y="4800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935224" y="480060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319272" y="480060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12305C"/>
          </a:solidFill>
          <a:ln/>
        </p:spPr>
      </p:sp>
      <p:sp>
        <p:nvSpPr>
          <p:cNvPr id="13" name="Text 10"/>
          <p:cNvSpPr/>
          <p:nvPr/>
        </p:nvSpPr>
        <p:spPr>
          <a:xfrm>
            <a:off x="3319272" y="4800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(Pod 1)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73752" y="480060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57800" y="480060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326CE5"/>
          </a:solidFill>
          <a:ln/>
        </p:spPr>
      </p:sp>
      <p:sp>
        <p:nvSpPr>
          <p:cNvPr id="16" name="Text 13"/>
          <p:cNvSpPr/>
          <p:nvPr/>
        </p:nvSpPr>
        <p:spPr>
          <a:xfrm>
            <a:off x="5257800" y="4800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backend-service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995160" y="480060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379208" y="480060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12305C"/>
          </a:solidFill>
          <a:ln/>
        </p:spPr>
      </p:sp>
      <p:sp>
        <p:nvSpPr>
          <p:cNvPr id="19" name="Text 16"/>
          <p:cNvSpPr/>
          <p:nvPr/>
        </p:nvSpPr>
        <p:spPr>
          <a:xfrm>
            <a:off x="7379208" y="4800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(Pod 2)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116568" y="480060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500616" y="4800600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326CE5"/>
          </a:solidFill>
          <a:ln/>
        </p:spPr>
      </p:sp>
      <p:sp>
        <p:nvSpPr>
          <p:cNvPr id="22" name="Text 19"/>
          <p:cNvSpPr/>
          <p:nvPr/>
        </p:nvSpPr>
        <p:spPr>
          <a:xfrm>
            <a:off x="9500616" y="4800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" y="54406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Reverse-proxy Nginx (/api) : une seule origine cote navigateur, pas de CORS. MongoDB joint via localhost dans le Pod 2.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E-Commerce  |  Projet DevOps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DONNEES &amp; SECURITE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Persistance (PV/PVC) &amp; Secrets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481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Persistance MongoDB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1920240"/>
            <a:ext cx="5029200" cy="603504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920240"/>
            <a:ext cx="73152" cy="60350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PersistentVolume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22219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hostPath 2 Gi, reclaim Retain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2633472"/>
            <a:ext cx="5029200" cy="603504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633472"/>
            <a:ext cx="73152" cy="60350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6791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PersistentVolumeClaim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293522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RWO, lie au PV (storageClass manual)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346704"/>
            <a:ext cx="5029200" cy="603504"/>
          </a:xfrm>
          <a:prstGeom prst="rect">
            <a:avLst/>
          </a:prstGeom>
          <a:solidFill>
            <a:srgbClr val="F4F6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346704"/>
            <a:ext cx="73152" cy="60350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39242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volumeMount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0120" y="36484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/data/db dans le conteneur mongo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1371600"/>
            <a:ext cx="5440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1481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Secrets (bonus securite)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1874520"/>
            <a:ext cx="4983480" cy="12801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1993392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mongo-credentials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F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MONGO_USER / MONGO_PASSWORD / MONGO_DB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grafana-admin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F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GF_SECURITY_ADMIN_*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2461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mot de passe en clair dans les Deployments.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Injectes via secretKeyRef (variables d'env).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11064240" cy="1783080"/>
          </a:xfrm>
          <a:prstGeom prst="rect">
            <a:avLst/>
          </a:prstGeom>
          <a:solidFill>
            <a:srgbClr val="0B1F3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446227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de persistance apres redemarrage du Pod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4846320"/>
            <a:ext cx="10607040" cy="1097280"/>
          </a:xfrm>
          <a:prstGeom prst="rect">
            <a:avLst/>
          </a:prstGeom>
          <a:solidFill>
            <a:srgbClr val="081427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95604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passer une commande   2. supprimer le Pod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delete pod -n ecommerce -l app=backend-db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le Deployment recree le Pod, le PVC est remonte  -&gt;  la commande est TOUJOURS la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E-Commerce  |  Projet DevOps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Demonstration fonctionnelle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632704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37160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e-commerce (Frontend)</a:t>
            </a:r>
            <a:endParaRPr lang="en-US" sz="1350" dirty="0"/>
          </a:p>
        </p:txBody>
      </p:sp>
      <p:pic>
        <p:nvPicPr>
          <p:cNvPr id="8" name="Image 0" descr="docs/screenshots/01-app-front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737360"/>
            <a:ext cx="5212080" cy="2926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473659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localhost:30080 - catalogue servi par le backend via MongoDB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54496" y="1280160"/>
            <a:ext cx="5477256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55664" y="13716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Etat du cluster Kubernetes</a:t>
            </a:r>
            <a:endParaRPr lang="en-US" sz="1350" dirty="0"/>
          </a:p>
        </p:txBody>
      </p:sp>
      <p:pic>
        <p:nvPicPr>
          <p:cNvPr id="12" name="Image 1" descr="docs/screenshots/02-kubernetes-proo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5664" y="1737360"/>
            <a:ext cx="5074920" cy="2926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55664" y="473659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all,pv,pvc - pods Running, PV/PVC Bound, /api/health OK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7200" y="5303520"/>
            <a:ext cx="2706624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5550408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2"/>
          <p:cNvSpPr/>
          <p:nvPr/>
        </p:nvSpPr>
        <p:spPr>
          <a:xfrm>
            <a:off x="640080" y="5550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170432" y="54406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accessible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282696" y="5303520"/>
            <a:ext cx="2706624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465576" y="5550408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0" name="Text 16"/>
          <p:cNvSpPr/>
          <p:nvPr/>
        </p:nvSpPr>
        <p:spPr>
          <a:xfrm>
            <a:off x="3465576" y="5550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995928" y="54406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 &lt;-&gt; Back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108192" y="5303520"/>
            <a:ext cx="2706624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91072" y="5550408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4" name="Text 20"/>
          <p:cNvSpPr/>
          <p:nvPr/>
        </p:nvSpPr>
        <p:spPr>
          <a:xfrm>
            <a:off x="6291072" y="5550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821424" y="54406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 &lt;-&gt; MongoDB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933688" y="5303520"/>
            <a:ext cx="2706624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116568" y="5550408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8" name="Text 24"/>
          <p:cNvSpPr/>
          <p:nvPr/>
        </p:nvSpPr>
        <p:spPr>
          <a:xfrm>
            <a:off x="9116568" y="5550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9646920" y="54406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Persistance OK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E-Commerce  |  Projet DevOps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 ALLER PLUS LOIN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Bonus realises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128016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002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0" y="160020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MongoDB &amp; Grafana chiffres en base64, injectes via secretKeyRef.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971800"/>
            <a:ext cx="128016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546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Observabilite (Pod 3)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0" y="315468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scrape le backend instrumente (prom-client) ; dashboard Grafana pre-provisionne.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526280"/>
            <a:ext cx="128016" cy="1371600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709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multi-noeuds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572000" y="470916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kind 1 control-plane + 2 workers disponible ; Pod 2 epingle au noeud tier=storage.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E-Commerce  |  Projet DevOps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RETOUR D'EXPERIENCE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Difficultes rencontrees &amp; solutions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43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apportee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connecte avant que MongoDB soit pret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Boucle de retry (30 x 2s) dans server.js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 refuse de demarrer (host not found upstream)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DNS paresseuse + resolver injecte au 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RWO bloque le rolling update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strategy: Recreate sur le Deployment Pod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 entre frontend et 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Reverse-proxy /api cote Nginx (meme origine)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 locales absentes du cluster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 load docker-image + IfNotPresent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Desktop crash (Inference manager / socket)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Desactivation Docker AI + wsl --shutdown (sockets liberes)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instable (RAM hote limitee)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 mono-noeud + liberation de 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E-Commerce  |  Projet DevOps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28016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6400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2743200"/>
          </a:xfrm>
          <a:prstGeom prst="rect">
            <a:avLst/>
          </a:prstGeom>
          <a:solidFill>
            <a:srgbClr val="12305C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019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nous avons livre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e-commerce 3-tiers conteneurisee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imposee respectee (Pod 1 / Pod 2)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PV/PVC validee apres redemarrage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Services, ConfigMaps, sondes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: monitoring, multi-noeuds, secrets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2743200"/>
          </a:xfrm>
          <a:prstGeom prst="rect">
            <a:avLst/>
          </a:prstGeom>
          <a:solidFill>
            <a:srgbClr val="12305C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9019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Pistes d'amelioration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Controller + TLS (HTTPS)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Pod Autoscaler (HPA)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 + replica set MongoDB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(GitHub Actions)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Helm + NetworkPolicy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0" y="5349240"/>
            <a:ext cx="12188952" cy="1508760"/>
          </a:xfrm>
          <a:prstGeom prst="rect">
            <a:avLst/>
          </a:prstGeom>
          <a:solidFill>
            <a:srgbClr val="08142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5532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 de votre attention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demonstration live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0" y="58521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github.com/Abder541/k8s-ecommerce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Deploiement d'une application E-Commerce sur Kubernetes</dc:title>
  <dc:subject>PptxGenJS Presentation</dc:subject>
  <dc:creator>Equipe K8s E-Commerce</dc:creator>
  <cp:lastModifiedBy>Equipe K8s E-Commerce</cp:lastModifiedBy>
  <cp:revision>1</cp:revision>
  <dcterms:created xsi:type="dcterms:W3CDTF">2026-06-04T00:11:46Z</dcterms:created>
  <dcterms:modified xsi:type="dcterms:W3CDTF">2026-06-04T00:11:46Z</dcterms:modified>
</cp:coreProperties>
</file>