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54864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12305C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78440" y="54864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326CE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0" y="54864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12305C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141732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326CE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78440" y="141732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12305C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47120" y="141732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326CE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240280"/>
            <a:ext cx="128016" cy="2011680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2860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PROJET DEVOPS  |  KUBERNETES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26974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Deploiement d'une application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E-Commerce sur Kubernetes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68680" y="4343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Conteneurisation Docker  |  Orchestration K8s  |  Persistance  |  Observabilite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0" y="5806440"/>
            <a:ext cx="12188952" cy="1051560"/>
          </a:xfrm>
          <a:prstGeom prst="rect">
            <a:avLst/>
          </a:prstGeom>
          <a:solidFill>
            <a:srgbClr val="12305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989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[Membre 1]  |  [Membre 2]  |  [Membre 3]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412480" y="59893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- Juin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02336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Objectif du projet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86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508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920240"/>
            <a:ext cx="5029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Concevoir, conteneuriser et deployer une application e-commerce complete dans un cluster Kubernetes.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composants : Frontend, Backend (API), Base de donnees.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Communication, persistance et bonnes pratiques K8s.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5303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37960" y="1508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imposee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65960"/>
          <a:ext cx="48463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566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26C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 uniquement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26C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+ Base de donnees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Observabilite (bonus)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48640" y="3794760"/>
            <a:ext cx="11064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39319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Livrables &amp; criteres d'evaluation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77240" y="4389120"/>
            <a:ext cx="1645920" cy="155448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45262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30%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68680" y="512064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578608" y="4389120"/>
            <a:ext cx="1645920" cy="155448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578608" y="45262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2670048" y="512064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Qualite YAML K8s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379976" y="4389120"/>
            <a:ext cx="1645920" cy="155448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379976" y="45262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15%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4471416" y="512064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81344" y="4389120"/>
            <a:ext cx="1645920" cy="155448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81344" y="45262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15%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6272784" y="512064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&amp; Services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982712" y="4389120"/>
            <a:ext cx="1645920" cy="155448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982712" y="45262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10%</a:t>
            </a:r>
            <a:endParaRPr lang="en-US" sz="2600" dirty="0"/>
          </a:p>
        </p:txBody>
      </p:sp>
      <p:sp>
        <p:nvSpPr>
          <p:cNvPr id="28" name="Text 25"/>
          <p:cNvSpPr/>
          <p:nvPr/>
        </p:nvSpPr>
        <p:spPr>
          <a:xfrm>
            <a:off x="8074152" y="512064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9784080" y="4389120"/>
            <a:ext cx="1645920" cy="155448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784080" y="45262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9875520" y="512064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E-Commerce  |  Projet DevOps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02336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de la solution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0" y="1325880"/>
            <a:ext cx="9052560" cy="4800600"/>
          </a:xfrm>
          <a:prstGeom prst="rect">
            <a:avLst/>
          </a:prstGeom>
          <a:solidFill>
            <a:srgbClr val="FFFFFF"/>
          </a:solidFill>
          <a:ln w="19050">
            <a:solidFill>
              <a:srgbClr val="326C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80360" y="1371600"/>
            <a:ext cx="8778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Kubernetes  -  namespace: ecommerce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0B1F3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286000" y="3291840"/>
            <a:ext cx="457200" cy="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2148840" y="28803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NodePort 30080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017520" y="187452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4F6FA"/>
          </a:solidFill>
          <a:ln w="15875">
            <a:solidFill>
              <a:srgbClr val="326C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08960" y="19659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1 - Frontend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154680" y="2286000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+ React (x2 replicas)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/api  -&gt;  backend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3246120"/>
            <a:ext cx="0" cy="50292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4526280" y="331012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backend-service:3000 (ClusterIP)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017520" y="3794760"/>
            <a:ext cx="3108960" cy="18288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5875">
            <a:solidFill>
              <a:srgbClr val="326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0896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2 - Backend + DB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54680" y="4224528"/>
            <a:ext cx="2834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422452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 Node.js  : 3000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54680" y="4736592"/>
            <a:ext cx="2834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473659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mongodb        : 27017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00400" y="521208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via localhost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126480" y="4937760"/>
            <a:ext cx="502920" cy="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675120" y="4297680"/>
            <a:ext cx="2194560" cy="1325880"/>
          </a:xfrm>
          <a:prstGeom prst="roundRect">
            <a:avLst>
              <a:gd name="adj" fmla="val 5517"/>
            </a:avLst>
          </a:prstGeom>
          <a:solidFill>
            <a:srgbClr val="12305C"/>
          </a:solidFill>
          <a:ln/>
        </p:spPr>
      </p:sp>
      <p:sp>
        <p:nvSpPr>
          <p:cNvPr id="26" name="Text 24"/>
          <p:cNvSpPr/>
          <p:nvPr/>
        </p:nvSpPr>
        <p:spPr>
          <a:xfrm>
            <a:off x="6675120" y="43891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PV / PVC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675120" y="46634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hostPath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/mnt/data/mongo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Gi - RWO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098280" y="187452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5875">
            <a:solidFill>
              <a:srgbClr val="00B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8972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3 - Monitoring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235440" y="2286000"/>
            <a:ext cx="2331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 : 9090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 : 3000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 backend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/metrics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98280" y="3712464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NodePort 30090 / 30030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E-Commerce  |  Projet DevOps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02336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Choix techniques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204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3520440" cy="548640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 par Nginx 1.27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statique multi-stage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Reverse-proxy /api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15968" y="1371600"/>
            <a:ext cx="35204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15968" y="1371600"/>
            <a:ext cx="3520440" cy="5486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2" name="Text 10"/>
          <p:cNvSpPr/>
          <p:nvPr/>
        </p:nvSpPr>
        <p:spPr>
          <a:xfrm>
            <a:off x="4315968" y="13716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44568" y="205740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20 + Express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MongoDB officiel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prom-client (/metrics)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de connexion DB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83296" y="1371600"/>
            <a:ext cx="35204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83296" y="1371600"/>
            <a:ext cx="3520440" cy="548640"/>
          </a:xfrm>
          <a:prstGeom prst="rect">
            <a:avLst/>
          </a:prstGeom>
          <a:solidFill>
            <a:srgbClr val="12305C"/>
          </a:solidFill>
          <a:ln/>
        </p:spPr>
      </p:sp>
      <p:sp>
        <p:nvSpPr>
          <p:cNvPr id="16" name="Text 14"/>
          <p:cNvSpPr/>
          <p:nvPr/>
        </p:nvSpPr>
        <p:spPr>
          <a:xfrm>
            <a:off x="8083296" y="13716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/ INFRA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11896" y="205740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7.0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via kind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Docker locales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solidFill>
            <a:srgbClr val="0B1F3A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77240" y="4645152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ces choix 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498348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JavaScript homogene (front + back) - courbe d'apprentissage reduite, demo rapide.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: schema flexible, ideal pour un catalogue produits + commandes.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 : cluster 100% scriptable et reproductible, sans dependance a une infra cloud.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E-Commerce  |  Projet DevOps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CONTENEURISATION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02336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Images &amp; Dockerfiles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864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48132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- Dockerfile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1874520"/>
            <a:ext cx="5029200" cy="27432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11680"/>
            <a:ext cx="4754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node:20-alpine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package.json ./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npm install --omit=dev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server.js ./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3000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["node", "server.js"]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371600"/>
            <a:ext cx="54406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148132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- Multi-stage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0" y="1874520"/>
            <a:ext cx="4983480" cy="27432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2011680"/>
            <a:ext cx="47091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build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node:20-alpine AS build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npm install &amp;&amp; npm run build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runtime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nginx:1.27-alpine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--from=build /app/dist  ...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nginx.conf  ...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35204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51206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57 MB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48640" y="56235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ecommerce-backend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15968" y="4983480"/>
            <a:ext cx="35204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15968" y="51206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 MB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315968" y="56235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ecommerce-frontend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83296" y="4983480"/>
            <a:ext cx="35204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83296" y="51206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-90% taille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083296" y="56235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multi-stage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E-Commerce  |  Projet DevOps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ORCHESTRATION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02336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cluster Kubernetes (kind)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48132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 du cluster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1874520"/>
            <a:ext cx="5029200" cy="96012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993392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kind create cluster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--config kind-config.yaml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260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Kubernetes-in-Docker : le noeud est un conteneur.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NodePort -&gt; localhost (30080 / 30090 / 30030).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371600"/>
            <a:ext cx="54406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48132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get nodes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0" y="1874520"/>
            <a:ext cx="4983480" cy="1600200"/>
          </a:xfrm>
          <a:prstGeom prst="rect">
            <a:avLst/>
          </a:prstGeom>
          <a:solidFill>
            <a:srgbClr val="101826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2011680"/>
            <a:ext cx="4709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      STATUS  ROLES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ecommerce-control-plane   Ready   control-plane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v1.32.2  |  label tier=storage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11064240" cy="2240280"/>
          </a:xfrm>
          <a:prstGeom prst="rect">
            <a:avLst/>
          </a:prstGeom>
          <a:solidFill>
            <a:srgbClr val="0B1F3A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005072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 locale -&gt; cluster (sans registry)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4389120"/>
            <a:ext cx="10607040" cy="868680"/>
          </a:xfrm>
          <a:prstGeom prst="rect">
            <a:avLst/>
          </a:prstGeom>
          <a:solidFill>
            <a:srgbClr val="08142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48056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build -t ecommerce-backend:1.0 ./backend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kind load docker-image ecommerce-backend:1.0 --name ecommerce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44068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imagePullPolicy: IfNotPresent  -&gt;  pas de pull externe, demarrage instantane.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E-Commerce  |  Projet DevOps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02336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Pods, Deployments &amp; sondes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1097280"/>
                <a:gridCol w="2103120"/>
                <a:gridCol w="3200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Conteneurs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nginx (React)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RollingUpdate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liveness + readiness /healthz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backend-db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+ mongo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Recreate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/api/health + mongosh 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prometheus + grafana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RollingUpdate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readiness /-/ready + /api/health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1480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422452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Bonnes pratiques appliquees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4572000"/>
            <a:ext cx="4937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/ limits CPU &amp; memoire sur chaque conteneur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Sondes liveness + readiness (auto-healing)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coherents (app, tier) pour le routage des Services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80760" y="4114800"/>
            <a:ext cx="55321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309360" y="422452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Recreate sur Pod 2 ?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0" y="4572000"/>
            <a:ext cx="50292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volume MongoDB est en ReadWriteOnce.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Pod peut monter le volume a la fois.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Recreate : on arrete l'ancien Pod avant de creer le nouveau -&gt; pas de conflit de montage.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E-Commerce  |  Projet DevOps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RESEAU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02336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Services &amp; communication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2377440"/>
                <a:gridCol w="4297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26C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frontend-service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NodePort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30080 -&gt; 80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 public au frontend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26C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backend-service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3000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joignable en interne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26C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prometheus-service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NodePort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30090 -&gt; 9090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Prometheus (bonus)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26C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grafana-service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NodePort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30030 -&gt; 3000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Dashboards Grafana (bonus)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60520"/>
            <a:ext cx="11064240" cy="1965960"/>
          </a:xfrm>
          <a:prstGeom prst="rect">
            <a:avLst/>
          </a:prstGeom>
          <a:solidFill>
            <a:srgbClr val="0B1F3A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4279392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Chaine de communication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655064" y="480060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326CE5"/>
          </a:solidFill>
          <a:ln/>
        </p:spPr>
      </p:sp>
      <p:sp>
        <p:nvSpPr>
          <p:cNvPr id="10" name="Text 7"/>
          <p:cNvSpPr/>
          <p:nvPr/>
        </p:nvSpPr>
        <p:spPr>
          <a:xfrm>
            <a:off x="1655064" y="48006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935224" y="480060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319272" y="4800600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12305C"/>
          </a:solidFill>
          <a:ln/>
        </p:spPr>
      </p:sp>
      <p:sp>
        <p:nvSpPr>
          <p:cNvPr id="13" name="Text 10"/>
          <p:cNvSpPr/>
          <p:nvPr/>
        </p:nvSpPr>
        <p:spPr>
          <a:xfrm>
            <a:off x="3319272" y="48006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(Pod 1)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873752" y="480060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257800" y="4800600"/>
            <a:ext cx="1737360" cy="457200"/>
          </a:xfrm>
          <a:prstGeom prst="roundRect">
            <a:avLst>
              <a:gd name="adj" fmla="val 20000"/>
            </a:avLst>
          </a:prstGeom>
          <a:solidFill>
            <a:srgbClr val="326CE5"/>
          </a:solidFill>
          <a:ln/>
        </p:spPr>
      </p:sp>
      <p:sp>
        <p:nvSpPr>
          <p:cNvPr id="16" name="Text 13"/>
          <p:cNvSpPr/>
          <p:nvPr/>
        </p:nvSpPr>
        <p:spPr>
          <a:xfrm>
            <a:off x="5257800" y="48006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backend-service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995160" y="480060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379208" y="4800600"/>
            <a:ext cx="1737360" cy="457200"/>
          </a:xfrm>
          <a:prstGeom prst="roundRect">
            <a:avLst>
              <a:gd name="adj" fmla="val 20000"/>
            </a:avLst>
          </a:prstGeom>
          <a:solidFill>
            <a:srgbClr val="12305C"/>
          </a:solidFill>
          <a:ln/>
        </p:spPr>
      </p:sp>
      <p:sp>
        <p:nvSpPr>
          <p:cNvPr id="19" name="Text 16"/>
          <p:cNvSpPr/>
          <p:nvPr/>
        </p:nvSpPr>
        <p:spPr>
          <a:xfrm>
            <a:off x="7379208" y="48006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(Pod 2)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116568" y="480060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500616" y="480060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326CE5"/>
          </a:solidFill>
          <a:ln/>
        </p:spPr>
      </p:sp>
      <p:sp>
        <p:nvSpPr>
          <p:cNvPr id="22" name="Text 19"/>
          <p:cNvSpPr/>
          <p:nvPr/>
        </p:nvSpPr>
        <p:spPr>
          <a:xfrm>
            <a:off x="9500616" y="48006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77240" y="544068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Reverse-proxy Nginx (/api) : une seule origine cote navigateur, pas de CORS. MongoDB joint via localhost dans le Pod 2.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E-Commerce  |  Projet DevOps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DONNEES &amp; SECURITE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02336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Persistance (PV/PVC) &amp; Secrets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48132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Persistance MongoDB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5029200" cy="603504"/>
          </a:xfrm>
          <a:prstGeom prst="rect">
            <a:avLst/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1920240"/>
            <a:ext cx="73152" cy="603504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19659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PersistentVolume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60120" y="222199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hostPath 2 Gi, reclaim Retain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2633472"/>
            <a:ext cx="5029200" cy="603504"/>
          </a:xfrm>
          <a:prstGeom prst="rect">
            <a:avLst/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633472"/>
            <a:ext cx="73152" cy="603504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267919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PersistentVolumeClaim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0120" y="293522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RWO, lie au PV (storageClass manual)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77240" y="3346704"/>
            <a:ext cx="5029200" cy="603504"/>
          </a:xfrm>
          <a:prstGeom prst="rect">
            <a:avLst/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346704"/>
            <a:ext cx="73152" cy="603504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339242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volumeMount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60120" y="364845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/data/db dans le conteneur mongo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72200" y="1371600"/>
            <a:ext cx="54406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0" y="148132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Secrets (bonus securite)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0" y="1874520"/>
            <a:ext cx="4983480" cy="128016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3" name="Text 21"/>
          <p:cNvSpPr/>
          <p:nvPr/>
        </p:nvSpPr>
        <p:spPr>
          <a:xfrm>
            <a:off x="6537960" y="1993392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mongo-credentials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MONGO_USER / MONGO_PASSWORD / MONGO_DB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grafana-admin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GF_SECURITY_ADMIN_*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324612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mot de passe en clair dans les Deployments.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Injectes via secretKeyRef (variables d'env).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343400"/>
            <a:ext cx="11064240" cy="1783080"/>
          </a:xfrm>
          <a:prstGeom prst="rect">
            <a:avLst/>
          </a:prstGeom>
          <a:solidFill>
            <a:srgbClr val="0B1F3A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77240" y="4462272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de persistance apres redemarrage du Pod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77240" y="4846320"/>
            <a:ext cx="10607040" cy="1097280"/>
          </a:xfrm>
          <a:prstGeom prst="rect">
            <a:avLst/>
          </a:prstGeom>
          <a:solidFill>
            <a:srgbClr val="081427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49560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8D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passer une commande   2. supprimer le Pod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FE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delete pod -n ecommerce -l app=backend-db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le Deployment recree le Pod, le PVC est remonte  -&gt;  la commande est TOUJOURS la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E-Commerce  |  Projet DevOps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02336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Demonstration fonctionnelle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406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709928"/>
            <a:ext cx="640080" cy="64008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70992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00200" y="161848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accessible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00200" y="2020824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localhost:30080/healthz  -&gt;  ok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2200" y="1417320"/>
            <a:ext cx="54406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709928"/>
            <a:ext cx="640080" cy="6400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70992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223760" y="161848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 -&gt;  Backend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223760" y="2020824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/api/products  -&gt;  liste JSON des produits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834640"/>
            <a:ext cx="54406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3127248"/>
            <a:ext cx="640080" cy="64008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1272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600200" y="30358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 -&gt;  MongoDB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00200" y="3438144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/api/health  -&gt;  {"db":"connected"}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72200" y="2834640"/>
            <a:ext cx="54406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3127248"/>
            <a:ext cx="640080" cy="6400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1272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223760" y="30358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Persistance des donnees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223760" y="3438144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commande conservee apres delete du Pod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389120"/>
            <a:ext cx="11064240" cy="1737360"/>
          </a:xfrm>
          <a:prstGeom prst="rect">
            <a:avLst/>
          </a:prstGeom>
          <a:solidFill>
            <a:srgbClr val="ECFDF5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8640" y="4389120"/>
            <a:ext cx="109728" cy="17373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45262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68680" y="4937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verifications imposees passent : accessibilite, communication front&lt;-&gt;back, back&lt;-&gt;base, et persistance.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Capture(s) d'ecran a inserer ici (kubectl get all, page e-commerce, page Prometheus Targets UP).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E-Commerce  |  Projet DevOps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 ALLER PLUS LOIN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02336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Bonus realises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64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128016" cy="1371600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60020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0" y="160020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MongoDB &amp; Grafana chiffres en base64, injectes via secretKeyRef.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11064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971800"/>
            <a:ext cx="128016" cy="13716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15468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Observabilite (Pod 3)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72000" y="315468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scrape le backend instrumente (prom-client) ; dashboard Grafana pre-provisionne.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526280"/>
            <a:ext cx="11064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4526280"/>
            <a:ext cx="128016" cy="1371600"/>
          </a:xfrm>
          <a:prstGeom prst="rect">
            <a:avLst/>
          </a:prstGeom>
          <a:solidFill>
            <a:srgbClr val="12305C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70916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0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multi-noeuds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572000" y="470916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kind 1 control-plane + 2 workers disponible ; Pod 2 epingle au noeud tier=storage.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E-Commerce  |  Projet DevOps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RETOUR D'EXPERIENCE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02336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Difficultes rencontrees &amp; solutions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 apportee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connecte avant que MongoDB soit pret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Boucle de retry (30 x 2s) dans server.js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Nginx refuse de demarrer (host not found upstream)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Resolution DNS paresseuse + resolver injecte au 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RWO bloque le rolling update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strategy: Recreate sur le Deployment Pod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CORS entre frontend et backend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Reverse-proxy /api cote Nginx (meme origine)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Images locales absentes du cluster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 load docker-image + IfNotPresent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Desktop crash (Inference manager / socket)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Desactivation Docker AI + wsl --shutdown (sockets liberes)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instable (RAM hote limitee)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 mono-noeud + liberation de RAM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E-Commerce  |  Projet DevOps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28016" cy="914400"/>
          </a:xfrm>
          <a:prstGeom prst="rect">
            <a:avLst/>
          </a:prstGeom>
          <a:solidFill>
            <a:srgbClr val="326CE5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6400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86400" cy="2743200"/>
          </a:xfrm>
          <a:prstGeom prst="rect">
            <a:avLst/>
          </a:prstGeom>
          <a:solidFill>
            <a:srgbClr val="12305C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9019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que nous avons livre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5029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e-commerce 3-tiers conteneurisee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imposee respectee (Pod 1 / Pod 2)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Persistance PV/PVC validee apres redemarrage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Secrets, Services, ConfigMaps, sondes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: monitoring, multi-noeuds, secrets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783080"/>
            <a:ext cx="5440680" cy="2743200"/>
          </a:xfrm>
          <a:prstGeom prst="rect">
            <a:avLst/>
          </a:prstGeom>
          <a:solidFill>
            <a:srgbClr val="12305C"/>
          </a:solidFill>
          <a:ln w="12700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9019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Pistes d'amelioration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92240" y="2331720"/>
            <a:ext cx="5029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 Controller + TLS (HTTPS)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Pod Autoscaler (HPA)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StatefulSet + replica set MongoDB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CI/CD (GitHub Actions)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Helm + NetworkPolicy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0" y="5349240"/>
            <a:ext cx="12188952" cy="1508760"/>
          </a:xfrm>
          <a:prstGeom prst="rect">
            <a:avLst/>
          </a:prstGeom>
          <a:solidFill>
            <a:srgbClr val="081427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5532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Merci de votre attention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demonstration live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0" y="58521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github.com/&lt;equipe&gt;/k8s-ecommerce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Deploiement d'une application E-Commerce sur Kubernetes</dc:title>
  <dc:subject>PptxGenJS Presentation</dc:subject>
  <dc:creator>Equipe K8s E-Commerce</dc:creator>
  <cp:lastModifiedBy>Equipe K8s E-Commerce</cp:lastModifiedBy>
  <cp:revision>1</cp:revision>
  <dcterms:created xsi:type="dcterms:W3CDTF">2026-06-03T23:37:05Z</dcterms:created>
  <dcterms:modified xsi:type="dcterms:W3CDTF">2026-06-03T23:37:05Z</dcterms:modified>
</cp:coreProperties>
</file>